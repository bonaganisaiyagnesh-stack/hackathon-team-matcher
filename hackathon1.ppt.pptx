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3"/>
          <p:cNvSpPr/>
          <p:nvPr/>
        </p:nvSpPr>
        <p:spPr>
          <a:xfrm>
            <a:off x="3915731" y="2142669"/>
            <a:ext cx="10456538" cy="43728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Box 4"/>
          <p:cNvSpPr txBox="1"/>
          <p:nvPr/>
        </p:nvSpPr>
        <p:spPr>
          <a:xfrm>
            <a:off x="3714543" y="2589473"/>
            <a:ext cx="11133578" cy="810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200"/>
              </a:lnSpc>
              <a:defRPr b="1" sz="270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defRPr>
            </a:pPr>
            <a:r>
              <a:t>A Constituent Unit of </a:t>
            </a:r>
          </a:p>
          <a:p>
            <a:pPr algn="ctr">
              <a:lnSpc>
                <a:spcPts val="3200"/>
              </a:lnSpc>
              <a:defRPr b="1" sz="270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defRPr>
            </a:pPr>
            <a:r>
              <a:t>MALLA REDDY VISHWAVIDYAPEETH </a:t>
            </a:r>
          </a:p>
        </p:txBody>
      </p:sp>
      <p:sp>
        <p:nvSpPr>
          <p:cNvPr id="97" name="Freeform 5"/>
          <p:cNvSpPr/>
          <p:nvPr/>
        </p:nvSpPr>
        <p:spPr>
          <a:xfrm>
            <a:off x="864085" y="605844"/>
            <a:ext cx="2625074" cy="237224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Freeform 6"/>
          <p:cNvSpPr/>
          <p:nvPr/>
        </p:nvSpPr>
        <p:spPr>
          <a:xfrm>
            <a:off x="8925244" y="4285338"/>
            <a:ext cx="218757" cy="236131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Freeform 7"/>
          <p:cNvSpPr/>
          <p:nvPr/>
        </p:nvSpPr>
        <p:spPr>
          <a:xfrm>
            <a:off x="15564488" y="398138"/>
            <a:ext cx="2187561" cy="2579948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Box 8"/>
          <p:cNvSpPr txBox="1"/>
          <p:nvPr/>
        </p:nvSpPr>
        <p:spPr>
          <a:xfrm>
            <a:off x="7324515" y="4048843"/>
            <a:ext cx="3913633" cy="6070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400"/>
              </a:lnSpc>
              <a:defRPr b="1" sz="200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defRPr>
            </a:lvl1pPr>
          </a:lstStyle>
          <a:p>
            <a:pPr/>
            <a:r>
              <a:t>Maisammaguda, Medchal (Dist), Hyderabad, Telangana</a:t>
            </a:r>
          </a:p>
        </p:txBody>
      </p:sp>
      <p:sp>
        <p:nvSpPr>
          <p:cNvPr id="101" name="Freeform 9"/>
          <p:cNvSpPr/>
          <p:nvPr/>
        </p:nvSpPr>
        <p:spPr>
          <a:xfrm>
            <a:off x="4134487" y="9423372"/>
            <a:ext cx="875025" cy="863628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Box 10"/>
          <p:cNvSpPr txBox="1"/>
          <p:nvPr/>
        </p:nvSpPr>
        <p:spPr>
          <a:xfrm>
            <a:off x="5084064" y="9728261"/>
            <a:ext cx="8705089" cy="279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200"/>
              </a:lnSpc>
              <a:defRPr b="1" sz="19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defRPr>
            </a:lvl1pPr>
          </a:lstStyle>
          <a:p>
            <a:pPr/>
            <a:r>
              <a:t>EDUCATION      INNOVATION      EXCELLENCE      SERVICE TO SOCIETY</a:t>
            </a:r>
          </a:p>
        </p:txBody>
      </p:sp>
      <p:sp>
        <p:nvSpPr>
          <p:cNvPr id="103" name="TextBox 11"/>
          <p:cNvSpPr txBox="1"/>
          <p:nvPr/>
        </p:nvSpPr>
        <p:spPr>
          <a:xfrm>
            <a:off x="7443216" y="3560366"/>
            <a:ext cx="3474721" cy="312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2000">
                <a:solidFill>
                  <a:srgbClr val="FFFFFF"/>
                </a:solidFill>
                <a:latin typeface="Now Medium"/>
                <a:ea typeface="Now Medium"/>
                <a:cs typeface="Now Medium"/>
                <a:sym typeface="Now Medium"/>
              </a:defRPr>
            </a:lvl1pPr>
          </a:lstStyle>
          <a:p>
            <a:pPr/>
            <a:r>
              <a:t>(Deemed to be University)</a:t>
            </a:r>
          </a:p>
        </p:txBody>
      </p:sp>
      <p:sp>
        <p:nvSpPr>
          <p:cNvPr id="104" name="TextBox 12"/>
          <p:cNvSpPr txBox="1"/>
          <p:nvPr/>
        </p:nvSpPr>
        <p:spPr>
          <a:xfrm>
            <a:off x="3986784" y="1225328"/>
            <a:ext cx="10387584" cy="11566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200"/>
              </a:lnSpc>
              <a:defRPr b="1" sz="7600">
                <a:solidFill>
                  <a:srgbClr val="1A79E1"/>
                </a:solidFill>
                <a:latin typeface="Now Bold"/>
                <a:ea typeface="Now Bold"/>
                <a:cs typeface="Now Bold"/>
                <a:sym typeface="Now Bold"/>
              </a:defRPr>
            </a:lvl1pPr>
          </a:lstStyle>
          <a:p>
            <a:pPr/>
            <a:r>
              <a:t>TECHNICAL CAMPUS</a:t>
            </a:r>
          </a:p>
        </p:txBody>
      </p:sp>
      <p:sp>
        <p:nvSpPr>
          <p:cNvPr id="105" name="TextBox 13"/>
          <p:cNvSpPr txBox="1"/>
          <p:nvPr/>
        </p:nvSpPr>
        <p:spPr>
          <a:xfrm>
            <a:off x="4946014" y="196627"/>
            <a:ext cx="9506858" cy="11566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200"/>
              </a:lnSpc>
              <a:defRPr b="1" sz="760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defRPr>
            </a:lvl1pPr>
          </a:lstStyle>
          <a:p>
            <a:pPr/>
            <a:r>
              <a:t>MALLA REDDY</a:t>
            </a:r>
          </a:p>
        </p:txBody>
      </p:sp>
      <p:sp>
        <p:nvSpPr>
          <p:cNvPr id="106" name="TextBox 14"/>
          <p:cNvSpPr txBox="1"/>
          <p:nvPr/>
        </p:nvSpPr>
        <p:spPr>
          <a:xfrm>
            <a:off x="1028700" y="5172075"/>
            <a:ext cx="6594791" cy="725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5700"/>
              </a:lnSpc>
              <a:defRPr sz="5000">
                <a:solidFill>
                  <a:srgbClr val="FFFFFF"/>
                </a:solidFill>
                <a:latin typeface="Prata"/>
                <a:ea typeface="Prata"/>
                <a:cs typeface="Prata"/>
                <a:sym typeface="Prata"/>
              </a:defRPr>
            </a:lvl1pPr>
          </a:lstStyle>
          <a:p>
            <a:pPr/>
            <a:r>
              <a:t>PRESENTRED BY:</a:t>
            </a:r>
          </a:p>
        </p:txBody>
      </p:sp>
      <p:sp>
        <p:nvSpPr>
          <p:cNvPr id="107" name="TextBox 15"/>
          <p:cNvSpPr txBox="1"/>
          <p:nvPr/>
        </p:nvSpPr>
        <p:spPr>
          <a:xfrm>
            <a:off x="864086" y="7151472"/>
            <a:ext cx="12991532" cy="1745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3400"/>
              </a:lnSpc>
              <a:defRPr sz="36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defRPr>
            </a:pPr>
            <a:r>
              <a:t>SAIYAGNESGH--25MVCSMR0202</a:t>
            </a:r>
          </a:p>
          <a:p>
            <a:pPr algn="ctr">
              <a:lnSpc>
                <a:spcPts val="3400"/>
              </a:lnSpc>
              <a:defRPr sz="36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defRPr>
            </a:pPr>
            <a:r>
              <a:t>TEJA--25MVCSMR0252</a:t>
            </a:r>
          </a:p>
          <a:p>
            <a:pPr algn="ctr">
              <a:lnSpc>
                <a:spcPts val="3400"/>
              </a:lnSpc>
              <a:defRPr sz="36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defRPr>
            </a:pPr>
            <a:r>
              <a:t>ANAND--25MVCSMR0200</a:t>
            </a:r>
          </a:p>
          <a:p>
            <a:pPr algn="ctr">
              <a:lnSpc>
                <a:spcPts val="3400"/>
              </a:lnSpc>
              <a:defRPr sz="3600">
                <a:solidFill>
                  <a:srgbClr val="FFFFFF"/>
                </a:solidFill>
                <a:latin typeface="Le Jour Serif"/>
                <a:ea typeface="Le Jour Serif"/>
                <a:cs typeface="Le Jour Serif"/>
                <a:sym typeface="Le Jour Serif"/>
              </a:defRPr>
            </a:pPr>
            <a:r>
              <a:t>YESHASWIN--25MVCSMR0225</a:t>
            </a:r>
          </a:p>
        </p:txBody>
      </p:sp>
      <p:sp>
        <p:nvSpPr>
          <p:cNvPr id="108" name="TextBox 16"/>
          <p:cNvSpPr txBox="1"/>
          <p:nvPr/>
        </p:nvSpPr>
        <p:spPr>
          <a:xfrm>
            <a:off x="864086" y="6083891"/>
            <a:ext cx="5099307" cy="749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spc="242" sz="48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defRPr>
            </a:lvl1pPr>
          </a:lstStyle>
          <a:p>
            <a:pPr/>
            <a:r>
              <a:t>TEAM 19 -</a:t>
            </a:r>
          </a:p>
        </p:txBody>
      </p:sp>
      <p:sp>
        <p:nvSpPr>
          <p:cNvPr id="109" name="TextBox 17"/>
          <p:cNvSpPr txBox="1"/>
          <p:nvPr/>
        </p:nvSpPr>
        <p:spPr>
          <a:xfrm>
            <a:off x="5232562" y="6055726"/>
            <a:ext cx="11899937" cy="767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000"/>
              </a:lnSpc>
              <a:defRPr b="1" i="1" spc="235" sz="5400">
                <a:solidFill>
                  <a:srgbClr val="FFFFFF"/>
                </a:solidFill>
                <a:latin typeface="Lato Bold Italics"/>
                <a:ea typeface="Lato Bold Italics"/>
                <a:cs typeface="Lato Bold Italics"/>
                <a:sym typeface="Lato Bold Italics"/>
              </a:defRPr>
            </a:lvl1pPr>
          </a:lstStyle>
          <a:p>
            <a:pPr/>
            <a:r>
              <a:t>HACKATHON TEAM MATCHER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3"/>
          <p:cNvSpPr/>
          <p:nvPr/>
        </p:nvSpPr>
        <p:spPr>
          <a:xfrm>
            <a:off x="1226855" y="1196892"/>
            <a:ext cx="15856674" cy="304713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Freeform 4"/>
          <p:cNvSpPr/>
          <p:nvPr/>
        </p:nvSpPr>
        <p:spPr>
          <a:xfrm>
            <a:off x="1226856" y="4401913"/>
            <a:ext cx="13084230" cy="49965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Freeform 3"/>
          <p:cNvSpPr/>
          <p:nvPr/>
        </p:nvSpPr>
        <p:spPr>
          <a:xfrm>
            <a:off x="685946" y="1189359"/>
            <a:ext cx="16675283" cy="779569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Freeform 3"/>
          <p:cNvSpPr/>
          <p:nvPr/>
        </p:nvSpPr>
        <p:spPr>
          <a:xfrm>
            <a:off x="547923" y="560198"/>
            <a:ext cx="17250152" cy="653349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Freeform 3"/>
          <p:cNvSpPr/>
          <p:nvPr/>
        </p:nvSpPr>
        <p:spPr>
          <a:xfrm>
            <a:off x="317284" y="384213"/>
            <a:ext cx="18181104" cy="919282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